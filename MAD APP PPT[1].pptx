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74" r:id="rId4"/>
    <p:sldId id="259" r:id="rId5"/>
    <p:sldId id="263" r:id="rId6"/>
    <p:sldId id="264" r:id="rId7"/>
    <p:sldId id="279" r:id="rId8"/>
    <p:sldId id="288" r:id="rId9"/>
    <p:sldId id="280" r:id="rId10"/>
    <p:sldId id="282" r:id="rId11"/>
    <p:sldId id="273" r:id="rId12"/>
    <p:sldId id="284" r:id="rId13"/>
    <p:sldId id="285" r:id="rId14"/>
    <p:sldId id="286" r:id="rId15"/>
    <p:sldId id="289" r:id="rId16"/>
    <p:sldId id="283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299AB4-7E35-4BC6-A754-604D22D85C6B}">
          <p14:sldIdLst>
            <p14:sldId id="256"/>
            <p14:sldId id="257"/>
            <p14:sldId id="274"/>
            <p14:sldId id="259"/>
            <p14:sldId id="263"/>
            <p14:sldId id="264"/>
            <p14:sldId id="279"/>
            <p14:sldId id="288"/>
            <p14:sldId id="280"/>
          </p14:sldIdLst>
        </p14:section>
        <p14:section name="Untitled Section" id="{DF124A9E-8441-496D-8278-B8415611B32D}">
          <p14:sldIdLst>
            <p14:sldId id="282"/>
            <p14:sldId id="273"/>
            <p14:sldId id="284"/>
            <p14:sldId id="285"/>
            <p14:sldId id="286"/>
            <p14:sldId id="289"/>
            <p14:sldId id="28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7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73" autoAdjust="0"/>
  </p:normalViewPr>
  <p:slideViewPr>
    <p:cSldViewPr snapToGrid="0">
      <p:cViewPr varScale="1">
        <p:scale>
          <a:sx n="72" d="100"/>
          <a:sy n="72" d="100"/>
        </p:scale>
        <p:origin x="171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2B52D-869D-4B88-8C00-D5423062A6F3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FE3BB-70F2-41B7-A4C0-9C96A0128D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74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71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FE3BB-70F2-41B7-A4C0-9C96A0128D2C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51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5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5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8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1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496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41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5891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04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71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0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4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2875" y="157723"/>
            <a:ext cx="8382000" cy="1213877"/>
          </a:xfrm>
        </p:spPr>
        <p:txBody>
          <a:bodyPr>
            <a:noAutofit/>
          </a:bodyPr>
          <a:lstStyle/>
          <a:p>
            <a:pPr algn="ctr"/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IN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54AE277C-AFAF-6DC9-83C4-31D4AE3D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1" y="68038"/>
            <a:ext cx="6096000" cy="11221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661473-EBAB-1761-71FA-0CA0C5DAE396}"/>
              </a:ext>
            </a:extLst>
          </p:cNvPr>
          <p:cNvSpPr txBox="1"/>
          <p:nvPr/>
        </p:nvSpPr>
        <p:spPr>
          <a:xfrm>
            <a:off x="1843547" y="1197455"/>
            <a:ext cx="438518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1673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</a:t>
            </a:r>
            <a:br>
              <a:rPr lang="en-US" sz="1600" b="1" dirty="0">
                <a:solidFill>
                  <a:srgbClr val="1673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1673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COMPUTER SCIENCE AND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7AB31-54C7-A4D4-4061-EA7E0CE92C55}"/>
              </a:ext>
            </a:extLst>
          </p:cNvPr>
          <p:cNvSpPr txBox="1"/>
          <p:nvPr/>
        </p:nvSpPr>
        <p:spPr>
          <a:xfrm>
            <a:off x="992875" y="3419806"/>
            <a:ext cx="733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Times New Roman"/>
                <a:cs typeface="Times New Roman"/>
              </a:rPr>
              <a:t>PRESENTED BY,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C1F3C-5391-4E53-BFB5-635A59E6538D}"/>
              </a:ext>
            </a:extLst>
          </p:cNvPr>
          <p:cNvSpPr txBox="1"/>
          <p:nvPr/>
        </p:nvSpPr>
        <p:spPr>
          <a:xfrm>
            <a:off x="255639" y="2256274"/>
            <a:ext cx="73348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    </a:t>
            </a:r>
            <a:r>
              <a:rPr lang="en-IN" sz="2300" b="1" dirty="0">
                <a:solidFill>
                  <a:srgbClr val="00B050"/>
                </a:solidFill>
                <a:latin typeface="Times New Roman"/>
                <a:cs typeface="Times New Roman"/>
              </a:rPr>
              <a:t>SMART LAB ANALYZER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0E61C-8755-396F-B46D-948401B9CC36}"/>
              </a:ext>
            </a:extLst>
          </p:cNvPr>
          <p:cNvSpPr txBox="1"/>
          <p:nvPr/>
        </p:nvSpPr>
        <p:spPr>
          <a:xfrm>
            <a:off x="-96357" y="3830127"/>
            <a:ext cx="4272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6270" lvl="1" algn="l"/>
            <a:r>
              <a:rPr lang="en-US" b="1" dirty="0">
                <a:latin typeface="Times New Roman"/>
                <a:cs typeface="Times New Roman"/>
              </a:rPr>
              <a:t>MURUGAVEL V</a:t>
            </a:r>
            <a:r>
              <a:rPr lang="en-US" sz="1800" b="1" dirty="0">
                <a:latin typeface="Times New Roman"/>
                <a:cs typeface="Times New Roman"/>
              </a:rPr>
              <a:t> – 714023104074</a:t>
            </a:r>
            <a:r>
              <a:rPr lang="en-IN" sz="1800" b="1" dirty="0">
                <a:latin typeface="Times New Roman"/>
                <a:cs typeface="Times New Roman"/>
              </a:rPr>
              <a:t>            </a:t>
            </a:r>
            <a:br>
              <a:rPr lang="en-IN" sz="1800" b="1" dirty="0">
                <a:latin typeface="Times New Roman"/>
                <a:cs typeface="Times New Roman"/>
              </a:rPr>
            </a:br>
            <a:r>
              <a:rPr lang="en-IN" sz="1800" b="1" dirty="0">
                <a:latin typeface="Times New Roman"/>
                <a:cs typeface="Times New Roman"/>
              </a:rPr>
              <a:t>           </a:t>
            </a:r>
            <a:r>
              <a:rPr lang="en-US" sz="1800" b="1" dirty="0">
                <a:latin typeface="Times New Roman"/>
                <a:cs typeface="Times New Roman"/>
              </a:rPr>
              <a:t>III CSE - B</a:t>
            </a:r>
            <a:r>
              <a:rPr lang="en-IN" sz="1800" b="1" dirty="0">
                <a:latin typeface="Times New Roman"/>
                <a:cs typeface="Times New Roman"/>
              </a:rPr>
              <a:t> </a:t>
            </a:r>
            <a:br>
              <a:rPr lang="en-IN" sz="1800" b="1" dirty="0">
                <a:latin typeface="Times New Roman"/>
                <a:cs typeface="Times New Roman"/>
              </a:rPr>
            </a:br>
            <a:r>
              <a:rPr lang="en-IN" sz="1800" b="1" dirty="0">
                <a:latin typeface="Times New Roman"/>
                <a:cs typeface="Times New Roman"/>
              </a:rPr>
              <a:t>               SIET</a:t>
            </a:r>
            <a:endParaRPr lang="en-US" sz="1800" b="1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36B9C-412E-EC78-7A63-C49AB8DB5D57}"/>
              </a:ext>
            </a:extLst>
          </p:cNvPr>
          <p:cNvSpPr txBox="1"/>
          <p:nvPr/>
        </p:nvSpPr>
        <p:spPr>
          <a:xfrm>
            <a:off x="5183875" y="3419806"/>
            <a:ext cx="733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Times New Roman"/>
                <a:cs typeface="Times New Roman"/>
              </a:rPr>
              <a:t>  GUIDED BY,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119C7-F289-7DD7-BFC8-2C0DD86F2CCF}"/>
              </a:ext>
            </a:extLst>
          </p:cNvPr>
          <p:cNvSpPr txBox="1"/>
          <p:nvPr/>
        </p:nvSpPr>
        <p:spPr>
          <a:xfrm>
            <a:off x="3923071" y="3830127"/>
            <a:ext cx="7905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635" lvl="1" algn="l"/>
            <a:r>
              <a:rPr lang="en-US" sz="1800" b="1" dirty="0">
                <a:latin typeface="Times New Roman"/>
                <a:cs typeface="Times New Roman"/>
              </a:rPr>
              <a:t>         Mrs. SHARMILA</a:t>
            </a:r>
            <a:br>
              <a:rPr lang="en-IN" sz="1800" b="1" dirty="0">
                <a:latin typeface="Times New Roman"/>
                <a:cs typeface="Times New Roman"/>
              </a:rPr>
            </a:br>
            <a:r>
              <a:rPr lang="en-IN" sz="1800" b="1" dirty="0">
                <a:latin typeface="Times New Roman"/>
                <a:cs typeface="Times New Roman"/>
              </a:rPr>
              <a:t>   </a:t>
            </a:r>
            <a:r>
              <a:rPr lang="en-US" sz="1800" b="1" dirty="0">
                <a:latin typeface="Times New Roman"/>
                <a:cs typeface="Times New Roman"/>
              </a:rPr>
              <a:t>Assistant</a:t>
            </a:r>
            <a:r>
              <a:rPr lang="en-IN" sz="1800" b="1" dirty="0">
                <a:latin typeface="Times New Roman"/>
                <a:cs typeface="Times New Roman"/>
              </a:rPr>
              <a:t> Professor - CSE</a:t>
            </a:r>
            <a:r>
              <a:rPr lang="en-US" sz="1800" b="1" dirty="0">
                <a:latin typeface="Times New Roman"/>
                <a:cs typeface="Times New Roman"/>
              </a:rPr>
              <a:t>                          </a:t>
            </a:r>
            <a:br>
              <a:rPr lang="en-US" sz="1800" b="1" dirty="0">
                <a:latin typeface="Times New Roman"/>
                <a:cs typeface="Times New Roman"/>
              </a:rPr>
            </a:br>
            <a:r>
              <a:rPr lang="en-US" sz="1800" b="1" dirty="0">
                <a:latin typeface="Times New Roman"/>
                <a:cs typeface="Times New Roman"/>
              </a:rPr>
              <a:t>                 SIET</a:t>
            </a:r>
          </a:p>
        </p:txBody>
      </p:sp>
    </p:spTree>
    <p:extLst>
      <p:ext uri="{BB962C8B-B14F-4D97-AF65-F5344CB8AC3E}">
        <p14:creationId xmlns:p14="http://schemas.microsoft.com/office/powerpoint/2010/main" val="1668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     AGENDA</a:t>
            </a:r>
            <a:endParaRPr lang="en-US" sz="3600" dirty="0">
              <a:solidFill>
                <a:srgbClr val="69666E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465" y="1930400"/>
            <a:ext cx="7498080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ABSTRACT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INTRODUCTION 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EXISTING SYSTEM 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PROPOSED SYSTEM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SOFTWARE REQIRMENTS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UML DIAGRAMS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OUTPUT SCREENSHOT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DEMO VEDIO</a:t>
            </a: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CONCLUSION</a:t>
            </a:r>
          </a:p>
          <a:p>
            <a:endParaRPr lang="en-US" sz="2800" dirty="0"/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EEA19-D80D-5229-B99D-2E148E94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1" y="1396181"/>
            <a:ext cx="6347713" cy="132080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  <a:latin typeface="Times New Roman"/>
                <a:cs typeface="Times New Roman"/>
              </a:rPr>
              <a:t>               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F037A-177E-3E6D-A93E-26034961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6" y="2333523"/>
            <a:ext cx="6347714" cy="3880773"/>
          </a:xfrm>
        </p:spPr>
        <p:txBody>
          <a:bodyPr/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helps teachers manage students, labs, and performance in one place.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marks, and progress can be tracked quickly and clearly.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saves time, and improves student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96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150374"/>
            <a:ext cx="6347713" cy="1320800"/>
          </a:xfrm>
        </p:spPr>
        <p:txBody>
          <a:bodyPr lIns="91440" tIns="45720" rIns="91440" bIns="45720" anchor="ctr">
            <a:norm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    INTRODUCTION</a:t>
            </a:r>
            <a:endParaRPr lang="en-US" sz="3600" dirty="0">
              <a:solidFill>
                <a:srgbClr val="00B050"/>
              </a:solidFill>
              <a:latin typeface="Times New Roman"/>
              <a:cs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CD250D-73B1-3967-E976-ABE46632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5" y="2471174"/>
            <a:ext cx="6631861" cy="3880773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helps teachers manage students, labs, and academic records in one place.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mark attendance, record marks, and track performance with ease.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saves time, and supports better student learning outcomes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492" y="809012"/>
            <a:ext cx="7333488" cy="1143000"/>
          </a:xfrm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EXISTING </a:t>
            </a:r>
            <a:r>
              <a:rPr lang="en-US" sz="3600" dirty="0">
                <a:solidFill>
                  <a:schemeClr val="accent2"/>
                </a:solidFill>
                <a:effectLst/>
                <a:latin typeface="Times New Roman"/>
                <a:cs typeface="Times New Roman"/>
              </a:rPr>
              <a:t>SYSTEM</a:t>
            </a:r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E88BC4-A783-8B33-070B-1A6E4AB8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0" y="1952012"/>
            <a:ext cx="6843253" cy="4564675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depend on manual registers or spreadsheets, which are time-consuming and error-prone.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 is limited to marks only, with no clear insights or trends.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are prepared manually, leading to delays and extra workload.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attendance, marks, and student records in one place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digital system for storing and accessing lab performance easily.</a:t>
            </a:r>
            <a:endParaRPr lang="en-US" dirty="0"/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47800" y="1484313"/>
            <a:ext cx="7485888" cy="475456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just">
              <a:buClr>
                <a:schemeClr val="accent6">
                  <a:lumMod val="75000"/>
                </a:schemeClr>
              </a:buClr>
              <a:buFont typeface="Wingdings 2"/>
              <a:buNone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70" y="847885"/>
            <a:ext cx="7269480" cy="990600"/>
          </a:xfrm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PROPOSED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BA85EC-B166-61C8-5404-3EC2283A1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542" y="1838485"/>
            <a:ext cx="6971335" cy="439009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provides a single digital platform for managing students and lab activities.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mark attendance, record marks, and track performance quickly in one place.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clear dashboards and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codes to easily identify student progress.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can be generated instantly and shared with students or management without delay.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records are stored safely and can be accessed anytime, ensuring accuracy and efficiency.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BC96-EDE9-17CD-0684-5FA6849B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D00A-19B8-18E4-3927-DF09274E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15" y="639256"/>
            <a:ext cx="7269480" cy="990600"/>
          </a:xfrm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   SOFTWARE REQUIREMENTS</a:t>
            </a:r>
            <a:r>
              <a:rPr lang="en-US" dirty="0"/>
              <a:t> </a:t>
            </a:r>
            <a:endParaRPr lang="en-US" sz="3600" dirty="0">
              <a:solidFill>
                <a:srgbClr val="00B050"/>
              </a:solidFill>
              <a:effectLst/>
              <a:latin typeface="Times New Roman"/>
              <a:cs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1961AA-EA17-725B-DD5E-37D0B0FE2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544" y="1966304"/>
            <a:ext cx="7198450" cy="43900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8.0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Technology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Technology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(Coding),                                     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Android Studio (Testing),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 CLI (Deployment).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3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B0D6-1A0F-BF1F-95D1-13D907DF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F8A0-4C75-B8D5-690C-E31CC661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40" y="2910578"/>
            <a:ext cx="5158993" cy="8892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4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7C46-5E85-0B89-D8D8-C5FB7A1E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0F0F-68E8-9A05-5BEC-C48161C4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98" y="687511"/>
            <a:ext cx="7269480" cy="990600"/>
          </a:xfrm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effectLst/>
                <a:latin typeface="Times New Roman"/>
                <a:cs typeface="Times New Roman"/>
              </a:rPr>
              <a:t>     </a:t>
            </a:r>
            <a:r>
              <a:rPr lang="en-US" dirty="0">
                <a:solidFill>
                  <a:srgbClr val="00B050"/>
                </a:solidFill>
                <a:latin typeface="Times New Roman"/>
                <a:cs typeface="Times New Roman"/>
              </a:rPr>
              <a:t>USE CASE DIAGRAM</a:t>
            </a:r>
            <a:endParaRPr lang="en-US" sz="3600" dirty="0">
              <a:solidFill>
                <a:srgbClr val="00B050"/>
              </a:solidFill>
              <a:effectLst/>
              <a:latin typeface="Times New Roman"/>
              <a:cs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1B2EBB-EDE1-31D7-D57E-273E45E1F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544" y="1966304"/>
            <a:ext cx="7198450" cy="43900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BF0CE-10D0-4BDA-94CB-8487F71B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44" y="0"/>
            <a:ext cx="6051176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A0CFEB-091E-2FC5-BBA1-03B83F33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4" y="0"/>
            <a:ext cx="6153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4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FB2A7-05E6-A4EC-8B24-BD530490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68FF-A68D-A153-85D2-E6869AC8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67" y="155319"/>
            <a:ext cx="6347713" cy="1322636"/>
          </a:xfrm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WORLD EXAMPLE</a:t>
            </a:r>
            <a:endParaRPr lang="en-US" sz="3600" dirty="0">
              <a:solidFill>
                <a:srgbClr val="00B050"/>
              </a:solidFill>
              <a:effectLst/>
              <a:latin typeface="Times New Roman"/>
              <a:cs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243DD-F6A6-1644-0EBC-CD14EBA14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CBF18-8A77-F6CF-B0E0-24677014490F}"/>
              </a:ext>
            </a:extLst>
          </p:cNvPr>
          <p:cNvSpPr txBox="1"/>
          <p:nvPr/>
        </p:nvSpPr>
        <p:spPr>
          <a:xfrm>
            <a:off x="522987" y="1810316"/>
            <a:ext cx="73151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Teacher wants to manage a lab class.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opens the app and logs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batch and subject.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attendance for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lab marks and notes for each student.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stores all data safely in one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and progress charts are generated instantly.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teacher’s time,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errors, and helps both teachers and students track performance easily.</a:t>
            </a:r>
          </a:p>
        </p:txBody>
      </p:sp>
    </p:spTree>
    <p:extLst>
      <p:ext uri="{BB962C8B-B14F-4D97-AF65-F5344CB8AC3E}">
        <p14:creationId xmlns:p14="http://schemas.microsoft.com/office/powerpoint/2010/main" val="90209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21A3-B10A-E071-C4F3-38E37A5E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96" y="2565138"/>
            <a:ext cx="6347713" cy="1320800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SCREENSHOTS</a:t>
            </a:r>
          </a:p>
        </p:txBody>
      </p:sp>
    </p:spTree>
    <p:extLst>
      <p:ext uri="{BB962C8B-B14F-4D97-AF65-F5344CB8AC3E}">
        <p14:creationId xmlns:p14="http://schemas.microsoft.com/office/powerpoint/2010/main" val="379180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641F-2A3E-CB94-A7C3-73B3786E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9BE922-DFDD-C55D-54B9-E9E9DE46CCF2}"/>
              </a:ext>
            </a:extLst>
          </p:cNvPr>
          <p:cNvSpPr txBox="1"/>
          <p:nvPr/>
        </p:nvSpPr>
        <p:spPr>
          <a:xfrm>
            <a:off x="439868" y="378541"/>
            <a:ext cx="6786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 Dashboard                            2. Students 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8ADC6-031C-2965-3793-8DF52F3D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07" y="935088"/>
            <a:ext cx="3086100" cy="55443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B1640-D75D-2C53-9F01-EC403DBA1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59" y="935087"/>
            <a:ext cx="2896029" cy="55443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3147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AA58-3DFC-1E50-F7DE-BB05E692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87CFAB-4A1A-CF49-3B77-D9E99054AE6F}"/>
              </a:ext>
            </a:extLst>
          </p:cNvPr>
          <p:cNvSpPr txBox="1"/>
          <p:nvPr/>
        </p:nvSpPr>
        <p:spPr>
          <a:xfrm>
            <a:off x="439868" y="378541"/>
            <a:ext cx="6786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 3. Lab Sessions                           4. Attendance Management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45139-A912-20F9-EAF9-1098CF7D6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1024872"/>
            <a:ext cx="3017520" cy="54545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C01DE9-8580-DC01-FDBF-0C47F274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27" y="1024872"/>
            <a:ext cx="2897053" cy="54545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7926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703A-D892-E851-E345-ECEE64F9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EB7120-4815-096F-C5E3-C3D647476D15}"/>
              </a:ext>
            </a:extLst>
          </p:cNvPr>
          <p:cNvSpPr txBox="1"/>
          <p:nvPr/>
        </p:nvSpPr>
        <p:spPr>
          <a:xfrm>
            <a:off x="403469" y="304801"/>
            <a:ext cx="6786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 5. </a:t>
            </a:r>
            <a:r>
              <a:rPr lang="en-US" dirty="0">
                <a:solidFill>
                  <a:schemeClr val="accent1"/>
                </a:solidFill>
                <a:latin typeface="+mj-lt"/>
              </a:rPr>
              <a:t>Staff Management               6. Work &amp; Evaluation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B6622-5DFC-C24B-090D-CCE1A0AC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68" y="845302"/>
            <a:ext cx="2872989" cy="5707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3F7979-EDAB-2954-B7B8-7246FE6B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893" y="845302"/>
            <a:ext cx="3224534" cy="56341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2202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6241B-2005-768C-E3A4-8E46D65C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0" y="946298"/>
            <a:ext cx="3126832" cy="55395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4D5F3-653F-1B9E-3407-F5EA26630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255" y="946295"/>
            <a:ext cx="2994972" cy="5539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73BA3E5-A948-ED38-701D-F546AC99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375" y="141767"/>
            <a:ext cx="6347714" cy="634410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IN" sz="2200" b="1" dirty="0">
                <a:cs typeface="Times New Roman" panose="02020603050405020304" pitchFamily="18" charset="0"/>
              </a:rPr>
              <a:t>Student Profile                  8. Export Data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9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4724-A030-479A-B163-1177E17B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F01E-FCF4-201B-3E82-3D408D57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697" y="1680235"/>
            <a:ext cx="6347713" cy="1320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6501-EF85-FDE4-E01B-31D4C220E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5" y="2540665"/>
            <a:ext cx="6705603" cy="388077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and efficient class monitoring by automating student attendance tracking quickly.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search, session creation, and real-time status updates make the process smooth and organized.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AI-based attendance analytics and institutional integration strengthen reliability and scalability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281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48719" y="2667000"/>
            <a:ext cx="461878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5000" b="1" dirty="0">
                <a:solidFill>
                  <a:srgbClr val="00B050"/>
                </a:solidFill>
                <a:latin typeface="Times New Roman"/>
                <a:cs typeface="Times New Roman"/>
              </a:rPr>
              <a:t>THANK YOU!!</a:t>
            </a:r>
          </a:p>
        </p:txBody>
      </p:sp>
      <p:sp>
        <p:nvSpPr>
          <p:cNvPr id="9" name="Date Placeholder 3"/>
          <p:cNvSpPr txBox="1">
            <a:spLocks/>
          </p:cNvSpPr>
          <p:nvPr/>
        </p:nvSpPr>
        <p:spPr>
          <a:xfrm>
            <a:off x="2895600" y="6324600"/>
            <a:ext cx="3810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3"/>
          <p:cNvSpPr txBox="1">
            <a:spLocks/>
          </p:cNvSpPr>
          <p:nvPr/>
        </p:nvSpPr>
        <p:spPr>
          <a:xfrm>
            <a:off x="8583488" y="6381750"/>
            <a:ext cx="3810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7395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946</TotalTime>
  <Words>526</Words>
  <Application>Microsoft Office PowerPoint</Application>
  <PresentationFormat>On-screen Show (4:3)</PresentationFormat>
  <Paragraphs>77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Times New Roman</vt:lpstr>
      <vt:lpstr>Trebuchet MS</vt:lpstr>
      <vt:lpstr>Wingdings</vt:lpstr>
      <vt:lpstr>Wingdings 2</vt:lpstr>
      <vt:lpstr>Wingdings 3</vt:lpstr>
      <vt:lpstr>Facet</vt:lpstr>
      <vt:lpstr>   </vt:lpstr>
      <vt:lpstr>     AGENDA</vt:lpstr>
      <vt:lpstr>               ABSTRACT</vt:lpstr>
      <vt:lpstr>    INTRODUCTION</vt:lpstr>
      <vt:lpstr>EXISTING SYSTEM </vt:lpstr>
      <vt:lpstr>PROPOSED SYSTEM</vt:lpstr>
      <vt:lpstr>   SOFTWARE REQUIREMENTS </vt:lpstr>
      <vt:lpstr>FLOWCHART </vt:lpstr>
      <vt:lpstr>     USE CASE DIAGRAM</vt:lpstr>
      <vt:lpstr>REAL WORLD EXAMPLE</vt:lpstr>
      <vt:lpstr>             OUTPUT            SCREENSHOTS</vt:lpstr>
      <vt:lpstr>PowerPoint Presentation</vt:lpstr>
      <vt:lpstr>PowerPoint Presentation</vt:lpstr>
      <vt:lpstr>PowerPoint Presentation</vt:lpstr>
      <vt:lpstr>7.Student Profile                  8. Export Data </vt:lpstr>
      <vt:lpstr>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User</dc:creator>
  <cp:lastModifiedBy>Murugavel v</cp:lastModifiedBy>
  <cp:revision>35</cp:revision>
  <dcterms:modified xsi:type="dcterms:W3CDTF">2025-09-24T16:21:48Z</dcterms:modified>
</cp:coreProperties>
</file>